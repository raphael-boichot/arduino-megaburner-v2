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8" r:id="rId4"/>
    <p:sldId id="267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ichot" initials="b" lastIdx="1" clrIdx="0">
    <p:extLst>
      <p:ext uri="{19B8F6BF-5375-455C-9EA6-DF929625EA0E}">
        <p15:presenceInfo xmlns="" xmlns:p15="http://schemas.microsoft.com/office/powerpoint/2012/main" userId="boichot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 autoAdjust="0"/>
    <p:restoredTop sz="94721" autoAdjust="0"/>
  </p:normalViewPr>
  <p:slideViewPr>
    <p:cSldViewPr snapToGrid="0">
      <p:cViewPr varScale="1">
        <p:scale>
          <a:sx n="85" d="100"/>
          <a:sy n="85" d="100"/>
        </p:scale>
        <p:origin x="-306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1162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ZoneTexte 5"/>
          <p:cNvSpPr txBox="1"/>
          <p:nvPr/>
        </p:nvSpPr>
        <p:spPr>
          <a:xfrm>
            <a:off x="3222667" y="311119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230103" y="282869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23010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230102" y="2293434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23010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230101" y="172472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226384" y="146452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237536" y="119689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7764919" y="84005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7772356" y="111512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7761203" y="139390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7757485" y="168011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7757486" y="195889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7746335" y="221537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7746333" y="251645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7746335" y="277293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7731468" y="3047998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3233814" y="92554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241248" y="620749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7753771" y="572426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7761206" y="301080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7731472" y="3326778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256117" y="323382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207796" y="3375100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215231" y="3917793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192929" y="365016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7727758" y="359069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7761212" y="38806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7768646" y="440101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7779800" y="49474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7776084" y="554587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226383" y="611458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233818" y="556445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244969" y="504034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237535" y="450880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7753779" y="41631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7772365" y="467235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7772366" y="526337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779801" y="581721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226386" y="584695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244971" y="529682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244971" y="47727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244972" y="422631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7783513" y="608856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1988282" y="4482119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 rot="5400000">
            <a:off x="7415209" y="1935923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30687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Rectangle 1"/>
          <p:cNvSpPr/>
          <p:nvPr/>
        </p:nvSpPr>
        <p:spPr>
          <a:xfrm rot="16200000">
            <a:off x="3795715" y="3100388"/>
            <a:ext cx="3705225" cy="628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smtClean="0">
                <a:solidFill>
                  <a:schemeClr val="tx1"/>
                </a:solidFill>
              </a:rPr>
              <a:t>TSOP 44 adapter</a:t>
            </a:r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 rot="16200000">
            <a:off x="1143000" y="3143250"/>
            <a:ext cx="6134100" cy="571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 rot="16200000">
            <a:off x="4210050" y="3048000"/>
            <a:ext cx="6134100" cy="76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879094" y="86863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6886531" y="114369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6875378" y="142247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871660" y="170869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6871661" y="198747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6860510" y="224395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6860508" y="254503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6860510" y="280151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6864693" y="3076573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6867946" y="601001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6875381" y="329655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6864697" y="3355353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6860983" y="361926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6875387" y="39091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6882821" y="442958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6893975" y="49759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6890259" y="557444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6867954" y="41916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6886540" y="470093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6886541" y="529194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893976" y="584579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6897688" y="611714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931233" y="610505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929143" y="555493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930769" y="503082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932860" y="449928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931236" y="583743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930771" y="528730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930771" y="47631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940297" y="421678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3937042" y="310166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944478" y="281916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93495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934952" y="2245809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93495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934951" y="1715196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931234" y="143595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942386" y="118737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3929139" y="90649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927048" y="611224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932392" y="313857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931696" y="3365575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939131" y="3908268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926354" y="364063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2053582" y="3053369"/>
            <a:ext cx="32854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err="1" smtClean="0">
                <a:solidFill>
                  <a:srgbClr val="FF0000"/>
                </a:solidFill>
              </a:rPr>
              <a:t>Arduino</a:t>
            </a:r>
            <a:r>
              <a:rPr lang="fr-FR" sz="2400" b="1" dirty="0" smtClean="0">
                <a:solidFill>
                  <a:srgbClr val="FF0000"/>
                </a:solidFill>
              </a:rPr>
              <a:t> </a:t>
            </a:r>
            <a:r>
              <a:rPr lang="fr-FR" sz="2400" b="1" dirty="0" err="1" smtClean="0">
                <a:solidFill>
                  <a:srgbClr val="FF0000"/>
                </a:solidFill>
              </a:rPr>
              <a:t>Mega</a:t>
            </a:r>
            <a:r>
              <a:rPr lang="fr-FR" sz="2400" b="1" dirty="0" smtClean="0">
                <a:solidFill>
                  <a:srgbClr val="FF0000"/>
                </a:solidFill>
              </a:rPr>
              <a:t> 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8237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Arduino_Mega_Burner-main\Pictures\Arduino_Mega_2560_Rev3_pinou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5981" y="847492"/>
            <a:ext cx="9991492" cy="4883692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 rot="18826155">
            <a:off x="2955074" y="2319455"/>
            <a:ext cx="169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 smtClean="0">
                <a:solidFill>
                  <a:srgbClr val="FF0000"/>
                </a:solidFill>
              </a:rPr>
              <a:t>Red</a:t>
            </a:r>
            <a:r>
              <a:rPr lang="fr-FR" b="1" dirty="0" smtClean="0">
                <a:solidFill>
                  <a:srgbClr val="FF0000"/>
                </a:solidFill>
              </a:rPr>
              <a:t> LED (</a:t>
            </a:r>
            <a:r>
              <a:rPr lang="fr-FR" b="1" dirty="0" err="1" smtClean="0">
                <a:solidFill>
                  <a:srgbClr val="FF0000"/>
                </a:solidFill>
              </a:rPr>
              <a:t>Write</a:t>
            </a:r>
            <a:r>
              <a:rPr lang="fr-FR" b="1" dirty="0" smtClean="0">
                <a:solidFill>
                  <a:srgbClr val="FF0000"/>
                </a:solidFill>
              </a:rPr>
              <a:t>)</a:t>
            </a:r>
            <a:endParaRPr lang="fr-FR" b="1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 rot="18933514">
            <a:off x="2447403" y="2315739"/>
            <a:ext cx="1850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solidFill>
                  <a:srgbClr val="00B050"/>
                </a:solidFill>
              </a:rPr>
              <a:t>Green LED (Read)</a:t>
            </a:r>
            <a:endParaRPr lang="fr-FR" b="1" dirty="0">
              <a:solidFill>
                <a:srgbClr val="00B050"/>
              </a:solidFill>
            </a:endParaRPr>
          </a:p>
        </p:txBody>
      </p:sp>
      <p:sp>
        <p:nvSpPr>
          <p:cNvPr id="8" name="Accolade fermante 7"/>
          <p:cNvSpPr/>
          <p:nvPr/>
        </p:nvSpPr>
        <p:spPr>
          <a:xfrm>
            <a:off x="10765574" y="1214552"/>
            <a:ext cx="334536" cy="3736589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ccolade ouvrante 8"/>
          <p:cNvSpPr/>
          <p:nvPr/>
        </p:nvSpPr>
        <p:spPr>
          <a:xfrm rot="16200000">
            <a:off x="7501985" y="3872261"/>
            <a:ext cx="323385" cy="409807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ccolade fermante 9"/>
          <p:cNvSpPr/>
          <p:nvPr/>
        </p:nvSpPr>
        <p:spPr>
          <a:xfrm rot="16200000">
            <a:off x="6540982" y="-2051316"/>
            <a:ext cx="334536" cy="5406765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/>
          <p:cNvSpPr txBox="1"/>
          <p:nvPr/>
        </p:nvSpPr>
        <p:spPr>
          <a:xfrm>
            <a:off x="6690730" y="6083655"/>
            <a:ext cx="22413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 smtClean="0">
                <a:solidFill>
                  <a:schemeClr val="accent1">
                    <a:lumMod val="75000"/>
                  </a:schemeClr>
                </a:solidFill>
              </a:rPr>
              <a:t>Analog</a:t>
            </a:r>
            <a:r>
              <a:rPr lang="fr-FR" sz="2400" b="1" dirty="0" smtClean="0">
                <a:solidFill>
                  <a:schemeClr val="accent1">
                    <a:lumMod val="75000"/>
                  </a:schemeClr>
                </a:solidFill>
              </a:rPr>
              <a:t> (A) pins</a:t>
            </a:r>
            <a:endParaRPr lang="fr-FR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5761462" y="0"/>
            <a:ext cx="2155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chemeClr val="accent1">
                    <a:lumMod val="75000"/>
                  </a:schemeClr>
                </a:solidFill>
              </a:rPr>
              <a:t>Digital (D) pins</a:t>
            </a:r>
            <a:endParaRPr lang="fr-FR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 rot="5400000">
            <a:off x="10296298" y="2995958"/>
            <a:ext cx="2155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chemeClr val="accent1">
                    <a:lumMod val="75000"/>
                  </a:schemeClr>
                </a:solidFill>
              </a:rPr>
              <a:t>Digital (D) pins</a:t>
            </a:r>
            <a:endParaRPr lang="fr-FR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 rot="16200000">
            <a:off x="4296616" y="4690949"/>
            <a:ext cx="560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solidFill>
                  <a:srgbClr val="FF0000"/>
                </a:solidFill>
              </a:rPr>
              <a:t>VCC</a:t>
            </a:r>
            <a:endParaRPr lang="fr-FR" b="1" dirty="0">
              <a:solidFill>
                <a:srgbClr val="FF0000"/>
              </a:solidFill>
            </a:endParaRPr>
          </a:p>
        </p:txBody>
      </p:sp>
      <p:pic>
        <p:nvPicPr>
          <p:cNvPr id="1027" name="Picture 3" descr="C:\Users\BOICHOT\Downloads\Arduino_Mega_Burner-main\Pictures\SOP44_Pinout.png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326672" y="1889409"/>
            <a:ext cx="5145203" cy="2883362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Pictures\Arduino_mega_3.3V_mo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1099"/>
            <a:ext cx="10292576" cy="6869099"/>
          </a:xfrm>
          <a:prstGeom prst="rect">
            <a:avLst/>
          </a:prstGeom>
          <a:noFill/>
        </p:spPr>
      </p:pic>
      <p:cxnSp>
        <p:nvCxnSpPr>
          <p:cNvPr id="6" name="Connecteur droit avec flèche 5"/>
          <p:cNvCxnSpPr/>
          <p:nvPr/>
        </p:nvCxnSpPr>
        <p:spPr>
          <a:xfrm flipH="1" flipV="1">
            <a:off x="5040351" y="4270917"/>
            <a:ext cx="646773" cy="1081669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/>
          <p:cNvCxnSpPr>
            <a:stCxn id="16" idx="1"/>
          </p:cNvCxnSpPr>
          <p:nvPr/>
        </p:nvCxnSpPr>
        <p:spPr>
          <a:xfrm flipH="1" flipV="1">
            <a:off x="4795024" y="4326673"/>
            <a:ext cx="806603" cy="1919279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/>
          <p:cNvCxnSpPr/>
          <p:nvPr/>
        </p:nvCxnSpPr>
        <p:spPr>
          <a:xfrm flipH="1" flipV="1">
            <a:off x="5906430" y="4278351"/>
            <a:ext cx="193287" cy="639336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6055111" y="4861932"/>
            <a:ext cx="44493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smtClean="0">
                <a:solidFill>
                  <a:srgbClr val="FFC000"/>
                </a:solidFill>
              </a:rPr>
              <a:t>Replace by a AMS1117 3.3V</a:t>
            </a:r>
            <a:endParaRPr lang="fr-FR" sz="2800" dirty="0">
              <a:solidFill>
                <a:srgbClr val="FFC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605344" y="5326566"/>
            <a:ext cx="44493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 smtClean="0">
                <a:solidFill>
                  <a:srgbClr val="FFC000"/>
                </a:solidFill>
              </a:rPr>
              <a:t>Remove</a:t>
            </a:r>
            <a:r>
              <a:rPr lang="fr-FR" sz="2800" dirty="0" smtClean="0">
                <a:solidFill>
                  <a:srgbClr val="FFC000"/>
                </a:solidFill>
              </a:rPr>
              <a:t> the fuse</a:t>
            </a:r>
            <a:endParaRPr lang="fr-FR" sz="2800" dirty="0">
              <a:solidFill>
                <a:srgbClr val="FFC00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6530896" y="4401014"/>
            <a:ext cx="44493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 smtClean="0">
                <a:solidFill>
                  <a:srgbClr val="FFC000"/>
                </a:solidFill>
              </a:rPr>
              <a:t>Remove</a:t>
            </a:r>
            <a:r>
              <a:rPr lang="fr-FR" sz="2800" dirty="0" smtClean="0">
                <a:solidFill>
                  <a:srgbClr val="FFC000"/>
                </a:solidFill>
              </a:rPr>
              <a:t> the barrel jack</a:t>
            </a:r>
            <a:endParaRPr lang="fr-FR" sz="2800" dirty="0">
              <a:solidFill>
                <a:srgbClr val="FFC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5601627" y="5768898"/>
            <a:ext cx="3553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 smtClean="0">
                <a:solidFill>
                  <a:srgbClr val="FFC000"/>
                </a:solidFill>
              </a:rPr>
              <a:t>Connect</a:t>
            </a:r>
            <a:r>
              <a:rPr lang="fr-FR" sz="2800" dirty="0" smtClean="0">
                <a:solidFill>
                  <a:srgbClr val="FFC000"/>
                </a:solidFill>
              </a:rPr>
              <a:t> USB +5V to the AMS1117 input</a:t>
            </a:r>
            <a:endParaRPr lang="fr-FR" sz="2800" dirty="0">
              <a:solidFill>
                <a:srgbClr val="FFC000"/>
              </a:solidFill>
            </a:endParaRPr>
          </a:p>
        </p:txBody>
      </p:sp>
      <p:cxnSp>
        <p:nvCxnSpPr>
          <p:cNvPr id="20" name="Connecteur droit avec flèche 19"/>
          <p:cNvCxnSpPr/>
          <p:nvPr/>
        </p:nvCxnSpPr>
        <p:spPr>
          <a:xfrm flipV="1">
            <a:off x="6779941" y="3761678"/>
            <a:ext cx="371709" cy="687659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145</Words>
  <Application>Microsoft Office PowerPoint</Application>
  <PresentationFormat>Personnalisé</PresentationFormat>
  <Paragraphs>102</Paragraphs>
  <Slides>4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5" baseType="lpstr">
      <vt:lpstr>Thème Office</vt:lpstr>
      <vt:lpstr>Diapositive 1</vt:lpstr>
      <vt:lpstr>Diapositive 2</vt:lpstr>
      <vt:lpstr>Diapositive 3</vt:lpstr>
      <vt:lpstr>Diapositive 4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58</cp:revision>
  <dcterms:created xsi:type="dcterms:W3CDTF">2026-07-15T07:56:11Z</dcterms:created>
  <dcterms:modified xsi:type="dcterms:W3CDTF">2026-09-16T17:28:46Z</dcterms:modified>
</cp:coreProperties>
</file>