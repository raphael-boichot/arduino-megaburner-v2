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commentAuthors.xml" ContentType="application/vnd.openxmlformats-officedocument.presentationml.commentAuthors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68" r:id="rId4"/>
    <p:sldId id="267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ichot" initials="b" lastIdx="1" clrIdx="0">
    <p:extLst>
      <p:ext uri="{19B8F6BF-5375-455C-9EA6-DF929625EA0E}">
        <p15:presenceInfo xmlns:p15="http://schemas.microsoft.com/office/powerpoint/2012/main" xmlns="" userId="boichot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 autoAdjust="0"/>
    <p:restoredTop sz="94721" autoAdjust="0"/>
  </p:normalViewPr>
  <p:slideViewPr>
    <p:cSldViewPr snapToGrid="0">
      <p:cViewPr varScale="1">
        <p:scale>
          <a:sx n="85" d="100"/>
          <a:sy n="85" d="100"/>
        </p:scale>
        <p:origin x="-306" y="-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2003778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1102157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660080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2283449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2663865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37632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3989902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1997102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3738991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3709322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1419434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84CA3-116E-4ABF-8AA6-EBE32C84C16F}" type="datetimeFigureOut">
              <a:rPr lang="fr-FR" smtClean="0"/>
              <a:pPr/>
              <a:t>16/09/2026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xmlns="" val="4265157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21162" y="227207"/>
            <a:ext cx="3812704" cy="645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ZoneTexte 5"/>
          <p:cNvSpPr txBox="1"/>
          <p:nvPr/>
        </p:nvSpPr>
        <p:spPr>
          <a:xfrm>
            <a:off x="3222667" y="3111190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A0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7" name="ZoneTexte 6"/>
          <p:cNvSpPr txBox="1"/>
          <p:nvPr/>
        </p:nvSpPr>
        <p:spPr>
          <a:xfrm>
            <a:off x="3230103" y="2828693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3230102" y="253876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A2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3230102" y="2293434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A3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3230100" y="199235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A4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3230101" y="172472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A5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3226384" y="1464525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A6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3237536" y="1196898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A7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7764919" y="840057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A8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7772356" y="111512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A9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7" name="ZoneTexte 16"/>
          <p:cNvSpPr txBox="1"/>
          <p:nvPr/>
        </p:nvSpPr>
        <p:spPr>
          <a:xfrm>
            <a:off x="7761203" y="1393902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A10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7757485" y="168011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A11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7757486" y="195889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A12</a:t>
            </a:r>
          </a:p>
        </p:txBody>
      </p:sp>
      <p:sp>
        <p:nvSpPr>
          <p:cNvPr id="20" name="ZoneTexte 19"/>
          <p:cNvSpPr txBox="1"/>
          <p:nvPr/>
        </p:nvSpPr>
        <p:spPr>
          <a:xfrm>
            <a:off x="7746335" y="221537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A13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7746333" y="2516457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A14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7746335" y="277293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A15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7731468" y="3047998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D49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3233814" y="925548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D48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3241248" y="620749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D47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7753771" y="572426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D46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7761206" y="301080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D45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7731472" y="3326778"/>
            <a:ext cx="1055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D6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3256117" y="323382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D7</a:t>
            </a:r>
          </a:p>
        </p:txBody>
      </p:sp>
      <p:sp>
        <p:nvSpPr>
          <p:cNvPr id="30" name="ZoneTexte 29"/>
          <p:cNvSpPr txBox="1"/>
          <p:nvPr/>
        </p:nvSpPr>
        <p:spPr>
          <a:xfrm>
            <a:off x="3207796" y="3375100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D9</a:t>
            </a:r>
          </a:p>
        </p:txBody>
      </p:sp>
      <p:sp>
        <p:nvSpPr>
          <p:cNvPr id="31" name="ZoneTexte 30"/>
          <p:cNvSpPr txBox="1"/>
          <p:nvPr/>
        </p:nvSpPr>
        <p:spPr>
          <a:xfrm>
            <a:off x="3215231" y="3917793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D16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3192929" y="365016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3" name="ZoneTexte 32"/>
          <p:cNvSpPr txBox="1"/>
          <p:nvPr/>
        </p:nvSpPr>
        <p:spPr>
          <a:xfrm>
            <a:off x="7727758" y="359069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4" name="ZoneTexte 33"/>
          <p:cNvSpPr txBox="1"/>
          <p:nvPr/>
        </p:nvSpPr>
        <p:spPr>
          <a:xfrm>
            <a:off x="7761212" y="388062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D29</a:t>
            </a:r>
          </a:p>
        </p:txBody>
      </p:sp>
      <p:sp>
        <p:nvSpPr>
          <p:cNvPr id="35" name="ZoneTexte 34"/>
          <p:cNvSpPr txBox="1"/>
          <p:nvPr/>
        </p:nvSpPr>
        <p:spPr>
          <a:xfrm>
            <a:off x="7768646" y="440101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D28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7779800" y="494742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D27</a:t>
            </a:r>
          </a:p>
        </p:txBody>
      </p:sp>
      <p:sp>
        <p:nvSpPr>
          <p:cNvPr id="37" name="ZoneTexte 36"/>
          <p:cNvSpPr txBox="1"/>
          <p:nvPr/>
        </p:nvSpPr>
        <p:spPr>
          <a:xfrm>
            <a:off x="7776084" y="554587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D26</a:t>
            </a:r>
          </a:p>
        </p:txBody>
      </p:sp>
      <p:sp>
        <p:nvSpPr>
          <p:cNvPr id="38" name="ZoneTexte 37"/>
          <p:cNvSpPr txBox="1"/>
          <p:nvPr/>
        </p:nvSpPr>
        <p:spPr>
          <a:xfrm>
            <a:off x="3226383" y="611458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D25</a:t>
            </a:r>
          </a:p>
        </p:txBody>
      </p:sp>
      <p:sp>
        <p:nvSpPr>
          <p:cNvPr id="39" name="ZoneTexte 38"/>
          <p:cNvSpPr txBox="1"/>
          <p:nvPr/>
        </p:nvSpPr>
        <p:spPr>
          <a:xfrm>
            <a:off x="3233818" y="556445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D24</a:t>
            </a:r>
          </a:p>
        </p:txBody>
      </p:sp>
      <p:sp>
        <p:nvSpPr>
          <p:cNvPr id="40" name="ZoneTexte 39"/>
          <p:cNvSpPr txBox="1"/>
          <p:nvPr/>
        </p:nvSpPr>
        <p:spPr>
          <a:xfrm>
            <a:off x="3244969" y="504034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D23</a:t>
            </a:r>
          </a:p>
        </p:txBody>
      </p:sp>
      <p:sp>
        <p:nvSpPr>
          <p:cNvPr id="41" name="ZoneTexte 40"/>
          <p:cNvSpPr txBox="1"/>
          <p:nvPr/>
        </p:nvSpPr>
        <p:spPr>
          <a:xfrm>
            <a:off x="3237535" y="450880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D22</a:t>
            </a:r>
          </a:p>
        </p:txBody>
      </p:sp>
      <p:sp>
        <p:nvSpPr>
          <p:cNvPr id="42" name="ZoneTexte 41"/>
          <p:cNvSpPr txBox="1"/>
          <p:nvPr/>
        </p:nvSpPr>
        <p:spPr>
          <a:xfrm>
            <a:off x="7753779" y="416312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D30</a:t>
            </a:r>
          </a:p>
        </p:txBody>
      </p:sp>
      <p:sp>
        <p:nvSpPr>
          <p:cNvPr id="43" name="ZoneTexte 42"/>
          <p:cNvSpPr txBox="1"/>
          <p:nvPr/>
        </p:nvSpPr>
        <p:spPr>
          <a:xfrm>
            <a:off x="7772365" y="467235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D31</a:t>
            </a:r>
          </a:p>
        </p:txBody>
      </p:sp>
      <p:sp>
        <p:nvSpPr>
          <p:cNvPr id="44" name="ZoneTexte 43"/>
          <p:cNvSpPr txBox="1"/>
          <p:nvPr/>
        </p:nvSpPr>
        <p:spPr>
          <a:xfrm>
            <a:off x="7772366" y="526337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D32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7779801" y="581721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D33</a:t>
            </a:r>
          </a:p>
        </p:txBody>
      </p:sp>
      <p:sp>
        <p:nvSpPr>
          <p:cNvPr id="46" name="ZoneTexte 45"/>
          <p:cNvSpPr txBox="1"/>
          <p:nvPr/>
        </p:nvSpPr>
        <p:spPr>
          <a:xfrm>
            <a:off x="3226386" y="584695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D34</a:t>
            </a:r>
          </a:p>
        </p:txBody>
      </p:sp>
      <p:sp>
        <p:nvSpPr>
          <p:cNvPr id="47" name="ZoneTexte 46"/>
          <p:cNvSpPr txBox="1"/>
          <p:nvPr/>
        </p:nvSpPr>
        <p:spPr>
          <a:xfrm>
            <a:off x="3244971" y="529682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D35</a:t>
            </a:r>
          </a:p>
        </p:txBody>
      </p:sp>
      <p:sp>
        <p:nvSpPr>
          <p:cNvPr id="48" name="ZoneTexte 47"/>
          <p:cNvSpPr txBox="1"/>
          <p:nvPr/>
        </p:nvSpPr>
        <p:spPr>
          <a:xfrm>
            <a:off x="3244971" y="477272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D36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3244972" y="422631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D37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7783513" y="608856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VCC</a:t>
            </a:r>
          </a:p>
        </p:txBody>
      </p:sp>
      <p:sp>
        <p:nvSpPr>
          <p:cNvPr id="51" name="Rectangle 50"/>
          <p:cNvSpPr/>
          <p:nvPr/>
        </p:nvSpPr>
        <p:spPr>
          <a:xfrm rot="16200000">
            <a:off x="1988282" y="4482119"/>
            <a:ext cx="21206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>
                <a:solidFill>
                  <a:srgbClr val="FF0000"/>
                </a:solidFill>
              </a:rPr>
              <a:t>Mega2560 Pins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 rot="5400000">
            <a:off x="7415209" y="1935923"/>
            <a:ext cx="21206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>
                <a:solidFill>
                  <a:srgbClr val="FF0000"/>
                </a:solidFill>
              </a:rPr>
              <a:t>Mega2560 Pins</a:t>
            </a:r>
            <a:endParaRPr lang="fr-FR" sz="24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30687" y="227207"/>
            <a:ext cx="3812704" cy="645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Rectangle 1"/>
          <p:cNvSpPr/>
          <p:nvPr/>
        </p:nvSpPr>
        <p:spPr>
          <a:xfrm rot="16200000">
            <a:off x="3795715" y="3100388"/>
            <a:ext cx="3705225" cy="6286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 smtClean="0">
                <a:solidFill>
                  <a:schemeClr val="tx1"/>
                </a:solidFill>
              </a:rPr>
              <a:t>TSOP 44 adapter</a:t>
            </a:r>
            <a:endParaRPr lang="fr-FR" sz="3600" dirty="0">
              <a:solidFill>
                <a:schemeClr val="tx1"/>
              </a:solidFill>
            </a:endParaRPr>
          </a:p>
        </p:txBody>
      </p:sp>
      <p:sp>
        <p:nvSpPr>
          <p:cNvPr id="53" name="Rectangle 52"/>
          <p:cNvSpPr/>
          <p:nvPr/>
        </p:nvSpPr>
        <p:spPr>
          <a:xfrm rot="16200000">
            <a:off x="1143000" y="3143250"/>
            <a:ext cx="6134100" cy="5715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3600" dirty="0">
              <a:solidFill>
                <a:schemeClr val="tx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 rot="16200000">
            <a:off x="4210050" y="3048000"/>
            <a:ext cx="6134100" cy="76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3600" dirty="0">
              <a:solidFill>
                <a:schemeClr val="tx1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6879094" y="86863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A8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6886531" y="1143697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A9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7" name="ZoneTexte 16"/>
          <p:cNvSpPr txBox="1"/>
          <p:nvPr/>
        </p:nvSpPr>
        <p:spPr>
          <a:xfrm>
            <a:off x="6875378" y="1422477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A10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6871660" y="170869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A11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6871661" y="198747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A12</a:t>
            </a:r>
          </a:p>
        </p:txBody>
      </p:sp>
      <p:sp>
        <p:nvSpPr>
          <p:cNvPr id="20" name="ZoneTexte 19"/>
          <p:cNvSpPr txBox="1"/>
          <p:nvPr/>
        </p:nvSpPr>
        <p:spPr>
          <a:xfrm>
            <a:off x="6860510" y="224395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A13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6860508" y="2545032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A14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6860510" y="280151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A15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6864693" y="3076573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D49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6867946" y="601001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D46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6875381" y="329655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D45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6864697" y="3355353"/>
            <a:ext cx="1055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D6</a:t>
            </a:r>
          </a:p>
        </p:txBody>
      </p:sp>
      <p:sp>
        <p:nvSpPr>
          <p:cNvPr id="33" name="ZoneTexte 32"/>
          <p:cNvSpPr txBox="1"/>
          <p:nvPr/>
        </p:nvSpPr>
        <p:spPr>
          <a:xfrm>
            <a:off x="6860983" y="361926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4" name="ZoneTexte 33"/>
          <p:cNvSpPr txBox="1"/>
          <p:nvPr/>
        </p:nvSpPr>
        <p:spPr>
          <a:xfrm>
            <a:off x="6875387" y="3909197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D29</a:t>
            </a:r>
          </a:p>
        </p:txBody>
      </p:sp>
      <p:sp>
        <p:nvSpPr>
          <p:cNvPr id="35" name="ZoneTexte 34"/>
          <p:cNvSpPr txBox="1"/>
          <p:nvPr/>
        </p:nvSpPr>
        <p:spPr>
          <a:xfrm>
            <a:off x="6882821" y="442958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D28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6893975" y="4975997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D27</a:t>
            </a:r>
          </a:p>
        </p:txBody>
      </p:sp>
      <p:sp>
        <p:nvSpPr>
          <p:cNvPr id="37" name="ZoneTexte 36"/>
          <p:cNvSpPr txBox="1"/>
          <p:nvPr/>
        </p:nvSpPr>
        <p:spPr>
          <a:xfrm>
            <a:off x="6890259" y="557444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D26</a:t>
            </a:r>
          </a:p>
        </p:txBody>
      </p:sp>
      <p:sp>
        <p:nvSpPr>
          <p:cNvPr id="42" name="ZoneTexte 41"/>
          <p:cNvSpPr txBox="1"/>
          <p:nvPr/>
        </p:nvSpPr>
        <p:spPr>
          <a:xfrm>
            <a:off x="6867954" y="419169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D30</a:t>
            </a:r>
          </a:p>
        </p:txBody>
      </p:sp>
      <p:sp>
        <p:nvSpPr>
          <p:cNvPr id="43" name="ZoneTexte 42"/>
          <p:cNvSpPr txBox="1"/>
          <p:nvPr/>
        </p:nvSpPr>
        <p:spPr>
          <a:xfrm>
            <a:off x="6886540" y="470093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D31</a:t>
            </a:r>
          </a:p>
        </p:txBody>
      </p:sp>
      <p:sp>
        <p:nvSpPr>
          <p:cNvPr id="44" name="ZoneTexte 43"/>
          <p:cNvSpPr txBox="1"/>
          <p:nvPr/>
        </p:nvSpPr>
        <p:spPr>
          <a:xfrm>
            <a:off x="6886541" y="529194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D32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6893976" y="584579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D33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6897688" y="6117140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VCC</a:t>
            </a:r>
          </a:p>
        </p:txBody>
      </p:sp>
      <p:sp>
        <p:nvSpPr>
          <p:cNvPr id="38" name="ZoneTexte 37"/>
          <p:cNvSpPr txBox="1"/>
          <p:nvPr/>
        </p:nvSpPr>
        <p:spPr>
          <a:xfrm>
            <a:off x="3931233" y="610505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D25</a:t>
            </a:r>
          </a:p>
        </p:txBody>
      </p:sp>
      <p:sp>
        <p:nvSpPr>
          <p:cNvPr id="39" name="ZoneTexte 38"/>
          <p:cNvSpPr txBox="1"/>
          <p:nvPr/>
        </p:nvSpPr>
        <p:spPr>
          <a:xfrm>
            <a:off x="3929143" y="555493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D24</a:t>
            </a:r>
          </a:p>
        </p:txBody>
      </p:sp>
      <p:sp>
        <p:nvSpPr>
          <p:cNvPr id="40" name="ZoneTexte 39"/>
          <p:cNvSpPr txBox="1"/>
          <p:nvPr/>
        </p:nvSpPr>
        <p:spPr>
          <a:xfrm>
            <a:off x="3930769" y="503082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D23</a:t>
            </a:r>
          </a:p>
        </p:txBody>
      </p:sp>
      <p:sp>
        <p:nvSpPr>
          <p:cNvPr id="41" name="ZoneTexte 40"/>
          <p:cNvSpPr txBox="1"/>
          <p:nvPr/>
        </p:nvSpPr>
        <p:spPr>
          <a:xfrm>
            <a:off x="3932860" y="4499280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D22</a:t>
            </a:r>
          </a:p>
        </p:txBody>
      </p:sp>
      <p:sp>
        <p:nvSpPr>
          <p:cNvPr id="46" name="ZoneTexte 45"/>
          <p:cNvSpPr txBox="1"/>
          <p:nvPr/>
        </p:nvSpPr>
        <p:spPr>
          <a:xfrm>
            <a:off x="3931236" y="5837430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D34</a:t>
            </a:r>
          </a:p>
        </p:txBody>
      </p:sp>
      <p:sp>
        <p:nvSpPr>
          <p:cNvPr id="47" name="ZoneTexte 46"/>
          <p:cNvSpPr txBox="1"/>
          <p:nvPr/>
        </p:nvSpPr>
        <p:spPr>
          <a:xfrm>
            <a:off x="3930771" y="528730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D35</a:t>
            </a:r>
          </a:p>
        </p:txBody>
      </p:sp>
      <p:sp>
        <p:nvSpPr>
          <p:cNvPr id="48" name="ZoneTexte 47"/>
          <p:cNvSpPr txBox="1"/>
          <p:nvPr/>
        </p:nvSpPr>
        <p:spPr>
          <a:xfrm>
            <a:off x="3930771" y="476319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D36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3940297" y="4216787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D37</a:t>
            </a:r>
          </a:p>
        </p:txBody>
      </p:sp>
      <p:sp>
        <p:nvSpPr>
          <p:cNvPr id="6" name="ZoneTexte 5"/>
          <p:cNvSpPr txBox="1"/>
          <p:nvPr/>
        </p:nvSpPr>
        <p:spPr>
          <a:xfrm>
            <a:off x="3937042" y="3101665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A0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7" name="ZoneTexte 6"/>
          <p:cNvSpPr txBox="1"/>
          <p:nvPr/>
        </p:nvSpPr>
        <p:spPr>
          <a:xfrm>
            <a:off x="3944478" y="2819168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3934952" y="253876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A2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3934952" y="2245809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A3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3934950" y="199235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A4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3934951" y="1715196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A5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3931234" y="1435950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A6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3942386" y="1187373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A7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24" name="ZoneTexte 23"/>
          <p:cNvSpPr txBox="1"/>
          <p:nvPr/>
        </p:nvSpPr>
        <p:spPr>
          <a:xfrm>
            <a:off x="3929139" y="906498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D48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3927048" y="611224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D47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3932392" y="313857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D7</a:t>
            </a:r>
          </a:p>
        </p:txBody>
      </p:sp>
      <p:sp>
        <p:nvSpPr>
          <p:cNvPr id="30" name="ZoneTexte 29"/>
          <p:cNvSpPr txBox="1"/>
          <p:nvPr/>
        </p:nvSpPr>
        <p:spPr>
          <a:xfrm>
            <a:off x="3931696" y="3365575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D9</a:t>
            </a:r>
          </a:p>
        </p:txBody>
      </p:sp>
      <p:sp>
        <p:nvSpPr>
          <p:cNvPr id="31" name="ZoneTexte 30"/>
          <p:cNvSpPr txBox="1"/>
          <p:nvPr/>
        </p:nvSpPr>
        <p:spPr>
          <a:xfrm>
            <a:off x="3939131" y="3908268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D16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3926354" y="364063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51" name="Rectangle 50"/>
          <p:cNvSpPr/>
          <p:nvPr/>
        </p:nvSpPr>
        <p:spPr>
          <a:xfrm rot="16200000">
            <a:off x="2053582" y="3053369"/>
            <a:ext cx="32854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err="1" smtClean="0">
                <a:solidFill>
                  <a:srgbClr val="FF0000"/>
                </a:solidFill>
              </a:rPr>
              <a:t>Arduino</a:t>
            </a:r>
            <a:r>
              <a:rPr lang="fr-FR" sz="2400" b="1" dirty="0" smtClean="0">
                <a:solidFill>
                  <a:srgbClr val="FF0000"/>
                </a:solidFill>
              </a:rPr>
              <a:t> </a:t>
            </a:r>
            <a:r>
              <a:rPr lang="fr-FR" sz="2400" b="1" dirty="0" err="1" smtClean="0">
                <a:solidFill>
                  <a:srgbClr val="FF0000"/>
                </a:solidFill>
              </a:rPr>
              <a:t>Mega</a:t>
            </a:r>
            <a:r>
              <a:rPr lang="fr-FR" sz="2400" b="1" dirty="0" smtClean="0">
                <a:solidFill>
                  <a:srgbClr val="FF0000"/>
                </a:solidFill>
              </a:rPr>
              <a:t> 2560 Pins</a:t>
            </a:r>
            <a:endParaRPr lang="fr-F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82372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BOICHOT\Downloads\Arduino_Mega_Burner-main\Pictures\Arduino_Mega_2560_Rev3_pinou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5981" y="847492"/>
            <a:ext cx="9991492" cy="4883692"/>
          </a:xfrm>
          <a:prstGeom prst="rect">
            <a:avLst/>
          </a:prstGeom>
          <a:noFill/>
        </p:spPr>
      </p:pic>
      <p:sp>
        <p:nvSpPr>
          <p:cNvPr id="5" name="ZoneTexte 4"/>
          <p:cNvSpPr txBox="1"/>
          <p:nvPr/>
        </p:nvSpPr>
        <p:spPr>
          <a:xfrm rot="16200000">
            <a:off x="3479180" y="2464421"/>
            <a:ext cx="1690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 smtClean="0">
                <a:solidFill>
                  <a:srgbClr val="FF0000"/>
                </a:solidFill>
              </a:rPr>
              <a:t>Red</a:t>
            </a:r>
            <a:r>
              <a:rPr lang="fr-FR" b="1" dirty="0" smtClean="0">
                <a:solidFill>
                  <a:srgbClr val="FF0000"/>
                </a:solidFill>
              </a:rPr>
              <a:t> LED (</a:t>
            </a:r>
            <a:r>
              <a:rPr lang="fr-FR" b="1" dirty="0" err="1" smtClean="0">
                <a:solidFill>
                  <a:srgbClr val="FF0000"/>
                </a:solidFill>
              </a:rPr>
              <a:t>Write</a:t>
            </a:r>
            <a:r>
              <a:rPr lang="fr-FR" b="1" dirty="0" smtClean="0">
                <a:solidFill>
                  <a:srgbClr val="FF0000"/>
                </a:solidFill>
              </a:rPr>
              <a:t>)</a:t>
            </a:r>
            <a:endParaRPr lang="fr-FR" b="1" dirty="0">
              <a:solidFill>
                <a:srgbClr val="FF00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 rot="16200000">
            <a:off x="3127626" y="2549914"/>
            <a:ext cx="1850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smtClean="0">
                <a:solidFill>
                  <a:srgbClr val="00B050"/>
                </a:solidFill>
              </a:rPr>
              <a:t>Green LED (Read)</a:t>
            </a:r>
            <a:endParaRPr lang="fr-FR" b="1" dirty="0">
              <a:solidFill>
                <a:srgbClr val="00B050"/>
              </a:solidFill>
            </a:endParaRPr>
          </a:p>
        </p:txBody>
      </p:sp>
      <p:sp>
        <p:nvSpPr>
          <p:cNvPr id="8" name="Accolade fermante 7"/>
          <p:cNvSpPr/>
          <p:nvPr/>
        </p:nvSpPr>
        <p:spPr>
          <a:xfrm>
            <a:off x="10765574" y="1214552"/>
            <a:ext cx="334536" cy="3736589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ccolade ouvrante 8"/>
          <p:cNvSpPr/>
          <p:nvPr/>
        </p:nvSpPr>
        <p:spPr>
          <a:xfrm rot="16200000">
            <a:off x="7501985" y="3872261"/>
            <a:ext cx="323385" cy="4098074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ccolade fermante 9"/>
          <p:cNvSpPr/>
          <p:nvPr/>
        </p:nvSpPr>
        <p:spPr>
          <a:xfrm rot="16200000">
            <a:off x="6540982" y="-2051316"/>
            <a:ext cx="334536" cy="5406765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/>
          <p:cNvSpPr txBox="1"/>
          <p:nvPr/>
        </p:nvSpPr>
        <p:spPr>
          <a:xfrm>
            <a:off x="6690730" y="6083655"/>
            <a:ext cx="22413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 smtClean="0">
                <a:solidFill>
                  <a:schemeClr val="accent1">
                    <a:lumMod val="75000"/>
                  </a:schemeClr>
                </a:solidFill>
              </a:rPr>
              <a:t>Analog</a:t>
            </a:r>
            <a:r>
              <a:rPr lang="fr-FR" sz="2400" b="1" dirty="0" smtClean="0">
                <a:solidFill>
                  <a:schemeClr val="accent1">
                    <a:lumMod val="75000"/>
                  </a:schemeClr>
                </a:solidFill>
              </a:rPr>
              <a:t> (A) pins</a:t>
            </a:r>
            <a:endParaRPr lang="fr-FR" sz="2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5761462" y="0"/>
            <a:ext cx="2155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smtClean="0">
                <a:solidFill>
                  <a:schemeClr val="accent1">
                    <a:lumMod val="75000"/>
                  </a:schemeClr>
                </a:solidFill>
              </a:rPr>
              <a:t>Digital (D) pins</a:t>
            </a:r>
            <a:endParaRPr lang="fr-FR" sz="2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 rot="5400000">
            <a:off x="10296298" y="2995958"/>
            <a:ext cx="2155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smtClean="0">
                <a:solidFill>
                  <a:schemeClr val="accent1">
                    <a:lumMod val="75000"/>
                  </a:schemeClr>
                </a:solidFill>
              </a:rPr>
              <a:t>Digital (D) pins</a:t>
            </a:r>
            <a:endParaRPr lang="fr-FR" sz="2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 rot="16200000">
            <a:off x="4296616" y="4690949"/>
            <a:ext cx="560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smtClean="0">
                <a:solidFill>
                  <a:srgbClr val="FF0000"/>
                </a:solidFill>
              </a:rPr>
              <a:t>VCC</a:t>
            </a:r>
            <a:endParaRPr lang="fr-FR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BOICHOT\Downloads\Pictures\Arduino_mega_3.3V_mo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1099"/>
            <a:ext cx="10292576" cy="6869099"/>
          </a:xfrm>
          <a:prstGeom prst="rect">
            <a:avLst/>
          </a:prstGeom>
          <a:noFill/>
        </p:spPr>
      </p:pic>
      <p:cxnSp>
        <p:nvCxnSpPr>
          <p:cNvPr id="6" name="Connecteur droit avec flèche 5"/>
          <p:cNvCxnSpPr/>
          <p:nvPr/>
        </p:nvCxnSpPr>
        <p:spPr>
          <a:xfrm flipH="1" flipV="1">
            <a:off x="5040351" y="4270917"/>
            <a:ext cx="646773" cy="1081669"/>
          </a:xfrm>
          <a:prstGeom prst="straightConnector1">
            <a:avLst/>
          </a:prstGeom>
          <a:ln w="57150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avec flèche 6"/>
          <p:cNvCxnSpPr>
            <a:stCxn id="16" idx="1"/>
          </p:cNvCxnSpPr>
          <p:nvPr/>
        </p:nvCxnSpPr>
        <p:spPr>
          <a:xfrm flipH="1" flipV="1">
            <a:off x="4795024" y="4326673"/>
            <a:ext cx="806603" cy="1919279"/>
          </a:xfrm>
          <a:prstGeom prst="straightConnector1">
            <a:avLst/>
          </a:prstGeom>
          <a:ln w="57150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/>
          <p:cNvCxnSpPr/>
          <p:nvPr/>
        </p:nvCxnSpPr>
        <p:spPr>
          <a:xfrm flipH="1" flipV="1">
            <a:off x="5906430" y="4278351"/>
            <a:ext cx="193287" cy="639336"/>
          </a:xfrm>
          <a:prstGeom prst="straightConnector1">
            <a:avLst/>
          </a:prstGeom>
          <a:ln w="57150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6055111" y="4861932"/>
            <a:ext cx="44493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smtClean="0">
                <a:solidFill>
                  <a:srgbClr val="FFC000"/>
                </a:solidFill>
              </a:rPr>
              <a:t>Replace by a AMS1117 3.3V</a:t>
            </a:r>
            <a:endParaRPr lang="fr-FR" sz="2800" dirty="0">
              <a:solidFill>
                <a:srgbClr val="FFC00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5605344" y="5326566"/>
            <a:ext cx="44493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 smtClean="0">
                <a:solidFill>
                  <a:srgbClr val="FFC000"/>
                </a:solidFill>
              </a:rPr>
              <a:t>Remove</a:t>
            </a:r>
            <a:r>
              <a:rPr lang="fr-FR" sz="2800" dirty="0" smtClean="0">
                <a:solidFill>
                  <a:srgbClr val="FFC000"/>
                </a:solidFill>
              </a:rPr>
              <a:t> the fuse</a:t>
            </a:r>
            <a:endParaRPr lang="fr-FR" sz="2800" dirty="0">
              <a:solidFill>
                <a:srgbClr val="FFC00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6530896" y="4401014"/>
            <a:ext cx="44493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 smtClean="0">
                <a:solidFill>
                  <a:srgbClr val="FFC000"/>
                </a:solidFill>
              </a:rPr>
              <a:t>Remove</a:t>
            </a:r>
            <a:r>
              <a:rPr lang="fr-FR" sz="2800" dirty="0" smtClean="0">
                <a:solidFill>
                  <a:srgbClr val="FFC000"/>
                </a:solidFill>
              </a:rPr>
              <a:t> the barrel jack</a:t>
            </a:r>
            <a:endParaRPr lang="fr-FR" sz="2800" dirty="0">
              <a:solidFill>
                <a:srgbClr val="FFC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5601627" y="5768898"/>
            <a:ext cx="35535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 smtClean="0">
                <a:solidFill>
                  <a:srgbClr val="FFC000"/>
                </a:solidFill>
              </a:rPr>
              <a:t>Connect</a:t>
            </a:r>
            <a:r>
              <a:rPr lang="fr-FR" sz="2800" dirty="0" smtClean="0">
                <a:solidFill>
                  <a:srgbClr val="FFC000"/>
                </a:solidFill>
              </a:rPr>
              <a:t> USB +5V to the AMS1117 input</a:t>
            </a:r>
            <a:endParaRPr lang="fr-FR" sz="2800" dirty="0">
              <a:solidFill>
                <a:srgbClr val="FFC000"/>
              </a:solidFill>
            </a:endParaRPr>
          </a:p>
        </p:txBody>
      </p:sp>
      <p:cxnSp>
        <p:nvCxnSpPr>
          <p:cNvPr id="20" name="Connecteur droit avec flèche 19"/>
          <p:cNvCxnSpPr/>
          <p:nvPr/>
        </p:nvCxnSpPr>
        <p:spPr>
          <a:xfrm flipV="1">
            <a:off x="6779941" y="3761678"/>
            <a:ext cx="371709" cy="687659"/>
          </a:xfrm>
          <a:prstGeom prst="straightConnector1">
            <a:avLst/>
          </a:prstGeom>
          <a:ln w="57150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652</TotalTime>
  <Words>145</Words>
  <Application>Microsoft Office PowerPoint</Application>
  <PresentationFormat>Personnalisé</PresentationFormat>
  <Paragraphs>102</Paragraphs>
  <Slides>4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5" baseType="lpstr">
      <vt:lpstr>Thème Office</vt:lpstr>
      <vt:lpstr>Diapositive 1</vt:lpstr>
      <vt:lpstr>Diapositive 2</vt:lpstr>
      <vt:lpstr>Diapositive 3</vt:lpstr>
      <vt:lpstr>Diapositive 4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boichot</dc:creator>
  <cp:lastModifiedBy>BOICHOT</cp:lastModifiedBy>
  <cp:revision>57</cp:revision>
  <dcterms:created xsi:type="dcterms:W3CDTF">2026-07-15T07:56:11Z</dcterms:created>
  <dcterms:modified xsi:type="dcterms:W3CDTF">2026-09-16T17:11:45Z</dcterms:modified>
</cp:coreProperties>
</file>