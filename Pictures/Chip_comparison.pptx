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ichot" initials="b" lastIdx="1" clrIdx="0">
    <p:extLst>
      <p:ext uri="{19B8F6BF-5375-455C-9EA6-DF929625EA0E}">
        <p15:presenceInfo xmlns="" xmlns:p15="http://schemas.microsoft.com/office/powerpoint/2012/main" userId="boicho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721" autoAdjust="0"/>
  </p:normalViewPr>
  <p:slideViewPr>
    <p:cSldViewPr snapToGrid="0">
      <p:cViewPr varScale="1">
        <p:scale>
          <a:sx n="85" d="100"/>
          <a:sy n="85" d="100"/>
        </p:scale>
        <p:origin x="-30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00377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10215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66008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28344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663865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632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98990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99710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3899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0932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41943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4CA3-116E-4ABF-8AA6-EBE32C84C16F}" type="datetimeFigureOut">
              <a:rPr lang="fr-FR" smtClean="0"/>
              <a:pPr/>
              <a:t>13/09/2026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6B2EB-B2C0-48F8-936E-284EF878BE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26515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1162" y="227207"/>
            <a:ext cx="3812704" cy="645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3222667" y="3111190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A0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30103" y="2828693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230102" y="253876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A2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230102" y="2293434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A3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230100" y="199235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A4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230101" y="172472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A5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226384" y="1464525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A6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237536" y="1196898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A7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7764919" y="840057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A8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7772356" y="111512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A9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7761203" y="1393902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7757485" y="168011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A11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7757486" y="195889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7746335" y="221537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7746333" y="2516457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A14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7746335" y="2772935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A15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7731468" y="3047998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D49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3233814" y="925548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D48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241248" y="620749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D47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7753771" y="572426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D46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7761206" y="301080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D45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7731472" y="3326778"/>
            <a:ext cx="105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D6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3256117" y="323382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D7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3207796" y="3375100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D9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3215231" y="3917793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D16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3192929" y="365016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7727758" y="359069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7761212" y="388062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D29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7768646" y="440101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D28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7779800" y="494742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D27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7776084" y="554587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D26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3226383" y="611458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D25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3233818" y="556445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D24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3244969" y="504034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3237535" y="450880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D22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7753779" y="416312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D30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7772365" y="467235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D31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7772366" y="526337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D32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7779801" y="581721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3226386" y="584695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D34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244971" y="529682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D35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3244971" y="477272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D36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3244972" y="4226312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D37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783513" y="6088565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VCC</a:t>
            </a:r>
          </a:p>
        </p:txBody>
      </p:sp>
      <p:sp>
        <p:nvSpPr>
          <p:cNvPr id="51" name="Rectangle 50"/>
          <p:cNvSpPr/>
          <p:nvPr/>
        </p:nvSpPr>
        <p:spPr>
          <a:xfrm rot="16200000">
            <a:off x="1988282" y="4482119"/>
            <a:ext cx="2120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Mega2560 Pins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rot="5400000">
            <a:off x="7415209" y="1935923"/>
            <a:ext cx="2120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Mega2560 Pins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0687" y="227207"/>
            <a:ext cx="3812704" cy="645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/>
          <p:cNvSpPr/>
          <p:nvPr/>
        </p:nvSpPr>
        <p:spPr>
          <a:xfrm rot="16200000">
            <a:off x="3795715" y="3100388"/>
            <a:ext cx="3705225" cy="628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>
                <a:solidFill>
                  <a:schemeClr val="tx1"/>
                </a:solidFill>
              </a:rPr>
              <a:t>TSOP 44 adapter</a:t>
            </a:r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16200000">
            <a:off x="1143000" y="3143250"/>
            <a:ext cx="613410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 rot="16200000">
            <a:off x="4210050" y="3048000"/>
            <a:ext cx="61341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879094" y="86863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A8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886531" y="1143697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A9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6875378" y="1422477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6871660" y="170869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A11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6871661" y="198747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6860510" y="224395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860508" y="2545032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A14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6860510" y="2801510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A15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864693" y="3076573"/>
            <a:ext cx="74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D49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6867946" y="601001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D46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6875381" y="329655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D45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6864697" y="3355353"/>
            <a:ext cx="105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D6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6860983" y="361926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6875387" y="390919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D29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6882821" y="442958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D28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6893975" y="497599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D27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6890259" y="557444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D26</a:t>
            </a:r>
          </a:p>
        </p:txBody>
      </p:sp>
      <p:sp>
        <p:nvSpPr>
          <p:cNvPr id="42" name="ZoneTexte 41"/>
          <p:cNvSpPr txBox="1"/>
          <p:nvPr/>
        </p:nvSpPr>
        <p:spPr>
          <a:xfrm>
            <a:off x="6867954" y="419169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D30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6886540" y="470093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D31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6886541" y="529194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D32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6893976" y="584579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D33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6897688" y="611714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VCC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3931233" y="6105058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D25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3929143" y="5554931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D24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3930769" y="5030823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D23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3932860" y="449928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D22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3931236" y="5837430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D34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3930771" y="5287304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D35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3930771" y="4763196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D36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3940297" y="4216787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D37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937042" y="3101665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A0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944478" y="2819168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A1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934952" y="2538762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A2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934952" y="2245809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A3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934950" y="1992351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A4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934951" y="1715196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A5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931234" y="1435950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A6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942386" y="1187373"/>
            <a:ext cx="5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A7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929139" y="906498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D48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927048" y="611224"/>
            <a:ext cx="6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D47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3932392" y="313857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D7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3931696" y="3365575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D9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3939131" y="3908268"/>
            <a:ext cx="55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D16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3926354" y="3640639"/>
            <a:ext cx="709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GND</a:t>
            </a:r>
          </a:p>
        </p:txBody>
      </p:sp>
      <p:sp>
        <p:nvSpPr>
          <p:cNvPr id="51" name="Rectangle 50"/>
          <p:cNvSpPr/>
          <p:nvPr/>
        </p:nvSpPr>
        <p:spPr>
          <a:xfrm rot="16200000">
            <a:off x="2053582" y="3053369"/>
            <a:ext cx="3285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err="1" smtClean="0">
                <a:solidFill>
                  <a:srgbClr val="FF0000"/>
                </a:solidFill>
              </a:rPr>
              <a:t>Arduino</a:t>
            </a:r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 err="1" smtClean="0">
                <a:solidFill>
                  <a:srgbClr val="FF0000"/>
                </a:solidFill>
              </a:rPr>
              <a:t>Mega</a:t>
            </a:r>
            <a:r>
              <a:rPr lang="fr-FR" sz="2400" b="1" dirty="0" smtClean="0">
                <a:solidFill>
                  <a:srgbClr val="FF0000"/>
                </a:solidFill>
              </a:rPr>
              <a:t> 2560 Pins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8237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OICHOT\Downloads\Pictures\Arduino_mega_3.3V_mo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1099"/>
            <a:ext cx="10292576" cy="6869099"/>
          </a:xfrm>
          <a:prstGeom prst="rect">
            <a:avLst/>
          </a:prstGeom>
          <a:noFill/>
        </p:spPr>
      </p:pic>
      <p:cxnSp>
        <p:nvCxnSpPr>
          <p:cNvPr id="6" name="Connecteur droit avec flèche 5"/>
          <p:cNvCxnSpPr/>
          <p:nvPr/>
        </p:nvCxnSpPr>
        <p:spPr>
          <a:xfrm flipH="1" flipV="1">
            <a:off x="5040351" y="4270917"/>
            <a:ext cx="646773" cy="1081669"/>
          </a:xfrm>
          <a:prstGeom prst="straightConnector1">
            <a:avLst/>
          </a:prstGeom>
          <a:ln w="571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>
            <a:stCxn id="16" idx="1"/>
          </p:cNvCxnSpPr>
          <p:nvPr/>
        </p:nvCxnSpPr>
        <p:spPr>
          <a:xfrm flipH="1" flipV="1">
            <a:off x="4795024" y="4326673"/>
            <a:ext cx="806603" cy="1919279"/>
          </a:xfrm>
          <a:prstGeom prst="straightConnector1">
            <a:avLst/>
          </a:prstGeom>
          <a:ln w="571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 flipV="1">
            <a:off x="5906430" y="4278351"/>
            <a:ext cx="193287" cy="639336"/>
          </a:xfrm>
          <a:prstGeom prst="straightConnector1">
            <a:avLst/>
          </a:prstGeom>
          <a:ln w="571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6055111" y="4861932"/>
            <a:ext cx="444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rgbClr val="FFC000"/>
                </a:solidFill>
              </a:rPr>
              <a:t>Replace by a AMS1117 3.3V</a:t>
            </a:r>
            <a:endParaRPr lang="fr-FR" sz="2800" dirty="0">
              <a:solidFill>
                <a:srgbClr val="FFC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605344" y="5326566"/>
            <a:ext cx="444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>
                <a:solidFill>
                  <a:srgbClr val="FFC000"/>
                </a:solidFill>
              </a:rPr>
              <a:t>Remove</a:t>
            </a:r>
            <a:r>
              <a:rPr lang="fr-FR" sz="2800" dirty="0" smtClean="0">
                <a:solidFill>
                  <a:srgbClr val="FFC000"/>
                </a:solidFill>
              </a:rPr>
              <a:t> the fuse</a:t>
            </a:r>
            <a:endParaRPr lang="fr-FR" sz="2800" dirty="0">
              <a:solidFill>
                <a:srgbClr val="FFC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6530896" y="4401014"/>
            <a:ext cx="4449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>
                <a:solidFill>
                  <a:srgbClr val="FFC000"/>
                </a:solidFill>
              </a:rPr>
              <a:t>Remove</a:t>
            </a:r>
            <a:r>
              <a:rPr lang="fr-FR" sz="2800" dirty="0" smtClean="0">
                <a:solidFill>
                  <a:srgbClr val="FFC000"/>
                </a:solidFill>
              </a:rPr>
              <a:t> the barrel jack</a:t>
            </a:r>
            <a:endParaRPr lang="fr-FR" sz="2800" dirty="0">
              <a:solidFill>
                <a:srgbClr val="FFC00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601627" y="5768898"/>
            <a:ext cx="3553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>
                <a:solidFill>
                  <a:srgbClr val="FFC000"/>
                </a:solidFill>
              </a:rPr>
              <a:t>Connect</a:t>
            </a:r>
            <a:r>
              <a:rPr lang="fr-FR" sz="2800" dirty="0" smtClean="0">
                <a:solidFill>
                  <a:srgbClr val="FFC000"/>
                </a:solidFill>
              </a:rPr>
              <a:t> USB +5V to the AMS1117 input</a:t>
            </a:r>
            <a:endParaRPr lang="fr-FR" sz="2800" dirty="0">
              <a:solidFill>
                <a:srgbClr val="FFC000"/>
              </a:solidFill>
            </a:endParaRPr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6779941" y="3761678"/>
            <a:ext cx="371709" cy="687659"/>
          </a:xfrm>
          <a:prstGeom prst="straightConnector1">
            <a:avLst/>
          </a:prstGeom>
          <a:ln w="571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119</Words>
  <Application>Microsoft Office PowerPoint</Application>
  <PresentationFormat>Personnalisé</PresentationFormat>
  <Paragraphs>96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Diapositive 1</vt:lpstr>
      <vt:lpstr>Diapositive 2</vt:lpstr>
      <vt:lpstr>Diapositive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boichot</dc:creator>
  <cp:lastModifiedBy>BOICHOT</cp:lastModifiedBy>
  <cp:revision>54</cp:revision>
  <dcterms:created xsi:type="dcterms:W3CDTF">2026-07-15T07:56:11Z</dcterms:created>
  <dcterms:modified xsi:type="dcterms:W3CDTF">2026-09-13T14:32:29Z</dcterms:modified>
</cp:coreProperties>
</file>